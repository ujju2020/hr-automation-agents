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anrope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16320" y="2203200"/>
            <a:ext cx="588528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6366F1"/>
                </a:solidFill>
                <a:latin typeface="Arial"/>
              </a:defRPr>
            </a:pPr>
            <a:r>
              <a:rPr dirty="0" err="1"/>
              <a:t>PulseHR</a:t>
            </a:r>
            <a:r>
              <a:rPr dirty="0"/>
              <a:t> OS</a:t>
            </a:r>
          </a:p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rPr dirty="0"/>
              <a:t>Autonomous Multi-Agent Human Capital Management &amp; Talent Lifecycle Platform</a:t>
            </a:r>
          </a:p>
          <a:p>
            <a:pPr>
              <a:spcAft>
                <a:spcPts val="20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rPr dirty="0"/>
              <a:t>5-Agent Autonomous Swarm • Bias-Mitigated Screening • Real-Time Burnout &amp; Retention Telemetry</a:t>
            </a:r>
          </a:p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rPr dirty="0" err="1"/>
              <a:t>BITSoM</a:t>
            </a:r>
            <a:r>
              <a:rPr dirty="0"/>
              <a:t> Vertex Pitch Fest 2026 (BPF 2026) | Idea Submission Deck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Founder: Ujjwal Kumar Bhowmick  |  Email: ujjwalkumarbhowmick30@gmail.com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sz="1000" b="1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lang="en-GB" sz="1000" b="1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000" b="1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IMPORTANT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problem are you trying to solve?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People Operations Fragmentation: Enterprise HR is trapped in disconnected silos (ATS, HRIS, review tools). Teams spend 60% of their bandwidth on manual resume triage, chaotic onboarding checklists, and repetitive policy tickets.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Preventable Silent Attrition: Companies lose top performers to silent burnout because organizational sentiment is assessed reactively via annual surveys rather than through continuous early-warning telemetry.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inspired you to work on this problem?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Multi-Agent Swarm Breakthrough: Instead of another static HR portal, employee lifecycle stages require dedicated, specialized autonomous AI agents collaborating as a synchronized team to empower HR leaders and employees.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Solution: PulseHR OS coordinates 5 specialized agents across screening, onboarding, burnout telemetry, 360 performance reviews, and policy assistance.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Startup Snapshot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problem are you solving, and who experiences it most acutely?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Acutely experienced by Chief People Officers (CPOs), Heads of Talent Acquisition, HRBPs, and People Managers battling high turnover and administrative overload.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Cost of Turnover: Replacing an enterprise employee costs 1.5x to 2x their annual salary. Average time-to-hire exceeds 44 days with significant recruiter friction.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Cognitive Appraisal Bias: 360-degree reviews suffer from recency bias, anecdotal evaluations, and lack of objective multi-source competency telemetry.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research, observations, or evidence validate this opportunity?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Gallup's State of the Global Workplace reveals employee disengagement and burnout drain $8.9 Trillion globally in lost productivity.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Over 76% of HR leaders report administrative overhead prevents them from executing strategic talent retention and leadership development.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Over 30% of new hires leave within 90 days due to unstructured onboarding experiences.</a:t>
            </a: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chemeClr val="dk1"/>
                </a:solidFill>
              </a:rPr>
              <a:t>Problem Understanding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Who is your ideal customer, and who would make the buying decision?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Ideal Customers: Mid-to-Large Enterprises (500–10,000 employees) in Technology, BFSI, Healthcare, and Professional Services.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Economic Buyers: Chief Human Resources Officers (CHRO), Chief People Officers (CPO), VP of Talent, and Chief Operating Officers (COO).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End Users: HRBPs, Talent Recruiters, Hiring Managers, Team Leads, and Employees.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How large is the opportunity if your assumptions prove correct?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Global TAM: $38.4 Billion HR Tech and Talent Management Software market (growing at 10.4% CAGR).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India &amp; APAC SAM: $4.2 Billion regional addressable spend on recruitment automation, engagement telemetry, and appraisal systems.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Immediate SOM: ₹240 Crores ($29M ARR) targeting high-growth technology companies and enterprise employers across India.</a:t>
            </a: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Customer &amp; Opportunity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PulseHR OS is an enterprise multi-agent operating system coordinating 5 specialized autonomous agents across recruitment, onboarding, burnout telemetry, 360 performance reviews, and employee policy assistance.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are the key capabilities you envision?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TalentScout Agent: Multi-vector semantic scoring across skills, culture, and retention with blind algorithmic DEI audits to mitigate demographic bias.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OnboardPilot Agent: Automated 30-60-90 day milestone roadmap with mentor matching and IT provisioning workflows.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PulseSentinel Agent: Real-time team sentiment analysis, meeting load fatigue tracking, and proactive managerial burnout alerts.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Elevate360 Agent: Synthesizes multi-stakeholder feedback into 5-axis competency radars and calibrated promotion indices.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PeopleAdvisor Agent: 24/7 conversational employee desk citing company policy handbooks with exact section references.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measurable value do you expect the solution to deliver?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65% Reduction in recruitment screening and interview scheduling cycle times.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40% Faster new hire ramp to full productivity  |  30% Decrease in preventable employee turnover.</a:t>
            </a: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Proposed Solution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AI acts as an autonomous collaborative workforce: synthesizing candidate qualifications, diagnosing organizational sentiment patterns, generating personalized onboarding paths, and interpreting nuanced policy documents.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technologies, AI models, or frameworks do you plan to use, and why?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Agentic Orchestration Core: Multi-agent state machine powered by Google Gemini 2.5 Flash / Vertex AI with streaming responses and structured JSON contracts.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Modern Stack: React 18, TypeScript, Tailwind CSS, Lucide icons, Recharts visualization, and resilient offline simulation fallback.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makes you feel your product is a genuine AI product, and not an AI wrapper?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PulseHR OS coordinates an interconnected multi-agent state graph where each agent produces structured artifacts (competency radars, DEI audits, 30-60-90 roadmaps) passed downstream across the employee lifecycle.</a:t>
            </a: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Technology &amp; AI Approach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alternatives currently exist?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Legacy HRIS Suites (Workday, SAP SuccessFactors): Monolithic, complex, and lack generative multi-agent collaboration or real-time sentiment telemetry.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Point ATS Platforms (Greenhouse, Lever): Limited strictly to applicant tracking without lifecycle continuity into onboarding and appraisal.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Lagging Survey Tools (Culture Amp, Lattice): Rely on periodic quarterly surveys rather than continuous real-time burnout telemetry and proactive playbooks.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Why do you believe your approach is better suited to solving this problem?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PulseHR OS delivers an end-to-end, proactive multi-agent collective covering the complete employee lifecycle from first interview to executive promotion.</a:t>
            </a: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Competitive Landscape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B2B SaaS Subscription (PEPM - Per Employee Per Month):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Growth Tier: $5 / employee / month (for companies with 200–1,000 employees).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Enterprise Tier: $8 / employee / month (includes full 5-agent swarm, custom handbook fine-tuning, and priority integrations).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Custom Enterprise SLA: Private VPC and on-premise deployments for highly regulated BFSI/Healthcare clients.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How do you plan to acquire your first customers?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Design Partner Program: Engage 4 mid-market tech companies (300–800 headcount) as pilot partners to benchmark attrition reduction.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CHRO &amp; HRBP Communities: Thought leadership campaigns demonstrating DEI audit and burnout mitigation playbooks.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BITSoM Vertex Network: Engage corporate partners and alumni enterprise leaders for executive sponsor introductions.</a:t>
            </a: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Business Model &amp; Go-To-Market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are the next major milestones toward building your MVP?</a:t>
            </a:r>
            <a:endParaRPr sz="1100" b="1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Current Status (Phase 0): Fully functional, interactive production prototype with all 5 specialized agents, live candidate evaluation sandbox, sentiment telemetry, and policy assistant (Completed &amp; Verified).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Phase 1 (Months 1–3): Native ATS/HRIS bi-directional sync (Workday, BambooHR, Slack, Microsoft Teams).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Phase 2 (Months 4–6): Predictive workforce planning and compensation benchmarking engine.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Phase 3 (Months 7–12): Enterprise SOC2 Type II, GDPR, and ISO 27001 data residency compliance.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resources or support will be most critical during this journey?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Enterprise Design Partnerships: Access to active HR teams for feedback on candidate rubrics and appraisal calibration.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Executive HR Advisory: Guidance from seasoned Chief People Officers on compliance and change management.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Cloud Infrastructure Support: Google Cloud / Vertex AI enterprise scaling credits.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Development Roadmap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Strong technical capabilities in multi-agent orchestration, full-stack enterprise web development, and human-centric software design.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Demonstrated execution speed in architecting complex, production-grade applications with clean UI and resilient AI pipelines.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relevant domain or technical expertise does the team possess?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Ujjwal Kumar Bhowmick (Founder &amp; Lead AI Engineer):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Specialized in Multi-Agent AI system design, TypeScript, React 18, Tailwind CSS, and Google Gemini / Vertex AI integrations.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Deep understanding of organizational psychology, enterprise HR workflows, and bias mitigation algorithms.</a:t>
            </a: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Team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Clr>
                <a:schemeClr val="dk1"/>
              </a:buClr>
              <a:buSzPts val="1100"/>
              <a:buAutoNum type="arabicPeriod"/>
              <a:defRPr sz="1100" b="1">
                <a:solidFill>
                  <a:srgbClr val="6366F1"/>
                </a:solidFill>
                <a:latin typeface="Arial"/>
              </a:defRPr>
            </a:pPr>
            <a: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Enterprise Networking: BITSoM's premier business network and executive leadership ecosystem provide direct access to corporate CHROs and enterprise HR decision-makers.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GTM &amp; Business Mentorship: Vertex provides the exact strategic framework required to transition an enterprise multi-agent prototype into high-velocity B2B enterprise contracts.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100" b="1">
                <a:solidFill>
                  <a:srgbClr val="6366F1"/>
                </a:solidFill>
                <a:latin typeface="Arial"/>
              </a:defRPr>
            </a:pPr>
            <a:r>
              <a:t>What is the biggest challenge preventing you from building your MVP?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The prototype is fully built and operational! The primary objective now is enterprise customer pilots: securing enterprise sandbox access, refining organizational telemetry against live HRIS data, and scaling our GTM funnel. BITSoM Vertex is the ideal partner.</a:t>
            </a: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Why BITSoM Vertex?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None/>
              <a:defRPr sz="1100" b="1">
                <a:solidFill>
                  <a:srgbClr val="6366F1"/>
                </a:solidFill>
                <a:latin typeface="Arial"/>
              </a:defRPr>
            </a:pPr>
            <a:r>
              <a:t>Key Links &amp; Prototype Validation:</a:t>
            </a:r>
            <a:endParaRPr sz="1100">
              <a:solidFill>
                <a:schemeClr val="dk1"/>
              </a:solidFill>
            </a:endParaRP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Working Prototype: Fully functional local environment (React 18 / TypeScript on :5173 with 5-agent swarm, talent screening sandbox, 30-60-90 ramp, burnout radar, and HR policy assistant).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GitHub Repository: https://github.com/ujju2020/HR-Automation-Agents (Complete source code, agent schemas, and documentation).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Demo Explainer Video: 2-minute comprehensive walkthrough of TalentScout, OnboardPilot, PulseSentinel, Elevate360, and PeopleAdvisor in action.</a:t>
            </a:r>
          </a:p>
          <a:p>
            <a:pPr>
              <a:spcAft>
                <a:spcPts val="25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 Contact: Ujjwal Kumar Bhowmick | ujjwalkumarbhowmick30@gmail.com | India</a:t>
            </a: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2300" b="1">
                <a:solidFill>
                  <a:schemeClr val="dk1"/>
                </a:solidFill>
              </a:rPr>
              <a:t>Supporting Material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4309920" y="1051200"/>
            <a:ext cx="525888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6366F1"/>
                </a:solidFill>
                <a:latin typeface="Arial"/>
              </a:defRPr>
            </a:pPr>
            <a:r>
              <a:rPr dirty="0" err="1"/>
              <a:t>PulseHR</a:t>
            </a:r>
            <a:r>
              <a:rPr dirty="0"/>
              <a:t> OS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Arial"/>
              </a:defRPr>
            </a:pPr>
            <a:r>
              <a:rPr dirty="0"/>
              <a:t>Empowering Enterprise Teams Through Autonomous Multi-Agent Human Capital Intelligence</a:t>
            </a:r>
          </a:p>
          <a:p>
            <a:pPr>
              <a:spcAft>
                <a:spcPts val="1600"/>
              </a:spcAft>
              <a:defRPr sz="1400" b="1">
                <a:solidFill>
                  <a:srgbClr val="0EA5E9"/>
                </a:solidFill>
                <a:latin typeface="Arial"/>
              </a:defRPr>
            </a:pPr>
            <a:r>
              <a:rPr dirty="0"/>
              <a:t>Thank You! Open for Questions &amp; Evaluation.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Founder: Ujjwal Kumar Bhowmick  |  ujjwalkumarbhowmick30@gmail.com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Microsoft Office PowerPoint</Application>
  <PresentationFormat>On-screen Show (16:9)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Ujjwal Kumar Bhowmick</cp:lastModifiedBy>
  <cp:revision>1</cp:revision>
  <dcterms:modified xsi:type="dcterms:W3CDTF">2026-09-06T15:36:35Z</dcterms:modified>
</cp:coreProperties>
</file>